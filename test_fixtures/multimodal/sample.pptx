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to students that network partitions are unavoidable in real WAN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question next week will test the difference between Repeatable Read and Serializable.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Systems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Challenges in Distributed Computing</a:t>
            </a:r>
          </a:p>
          <a:p>
            <a:pPr lvl="1"/>
            <a:r>
              <a:t>Network Partitions and the CAP Theorem</a:t>
            </a:r>
          </a:p>
          <a:p>
            <a:pPr lvl="1"/>
            <a:r>
              <a:t>Byzantine Fault Tolerance and Consensus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Isolation Levels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Dirty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Phantom Read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Read 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Prevented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Allowed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Serializable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Prevented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Prevented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